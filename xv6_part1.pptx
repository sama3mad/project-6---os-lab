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5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248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8411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5106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12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Lab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48590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6: scheduling in xv6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Systems Lab  •  Sama | Yara 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13232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 &amp; Roles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749040" cy="347472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374904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9326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 Abu Zahra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50876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Responsibilities: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200" dirty="0"/>
              <a:t>Added a numeric priority attribute to processes.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200" dirty="0"/>
              <a:t>Added the two system calls. 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200" dirty="0"/>
              <a:t>For each of the 2 system calls, I created a user program.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200" dirty="0"/>
              <a:t>Provide tests for the 2 user programs.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200" dirty="0"/>
              <a:t>Finished part 1 slides in </a:t>
            </a:r>
            <a:r>
              <a:rPr lang="en-US" sz="1200"/>
              <a:t>the presentation 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37760" y="914400"/>
            <a:ext cx="3749040" cy="347472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37760" y="914400"/>
            <a:ext cx="374904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9326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Responsibilities: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312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48590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881425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13232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xv6 Files Modified &amp; Added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8595360" cy="368503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proc.h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int priority field to struct proc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proc.c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default priority in allocproc(); added setpriority() &amp; printptable()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sysproc.c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sys_setpriority() &amp; sys_printptable() wrappers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syscall.h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 unique numbers to the 2 new syscalls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syscall.c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the new syscall functions in the dispatch 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user.h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new syscalls so user programs can call them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usys.S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assembly stubs for the 2 new syscalls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4 new programs to the UPROGS build 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setpriority.c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program: change a process's priority from the shell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printptable.c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program: print the process table from the shell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test_setpriority.c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program for setpriority syscall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test_printptable.c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program for printptable syscall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13232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Semantics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651760" cy="201168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265176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Priority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priority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(runs first)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914400"/>
            <a:ext cx="2651760" cy="201168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914400"/>
            <a:ext cx="265176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005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Priority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417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42900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 every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process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914400"/>
            <a:ext cx="2651760" cy="201168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914400"/>
            <a:ext cx="265176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1005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Priority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1417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640080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priority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(runs last)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200400"/>
            <a:ext cx="8138160" cy="0"/>
          </a:xfrm>
          <a:prstGeom prst="line">
            <a:avLst/>
          </a:prstGeom>
          <a:noFill/>
          <a:ln w="254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priority  ←————————————→  Lower priority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840480"/>
            <a:ext cx="841248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8862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rule: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setpriority() rejects any value outside 0–10 and returns -1. Valid input returns the old priority.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13232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Priorities Are Initialized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554480" cy="1371600"/>
          </a:xfrm>
          <a:prstGeom prst="rect">
            <a:avLst/>
          </a:prstGeom>
          <a:solidFill>
            <a:srgbClr val="1B2A4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0515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xv6 Boots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4813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A5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is the first process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5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after boot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47088" y="1691640"/>
            <a:ext cx="146304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93392" y="1005840"/>
            <a:ext cx="1554480" cy="1371600"/>
          </a:xfrm>
          <a:prstGeom prst="rect">
            <a:avLst/>
          </a:prstGeom>
          <a:solidFill>
            <a:srgbClr val="1B2A4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39112" y="10515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allocproc()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39112" y="14813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A5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every time a new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5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is being created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566160" y="1691640"/>
            <a:ext cx="146304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12464" y="1005840"/>
            <a:ext cx="1554480" cy="1371600"/>
          </a:xfrm>
          <a:prstGeom prst="rect">
            <a:avLst/>
          </a:prstGeom>
          <a:solidFill>
            <a:srgbClr val="0D9488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58184" y="10515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p-&gt;priority =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58184" y="14813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priority assigned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allocproc()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285232" y="1691640"/>
            <a:ext cx="146304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31536" y="1005840"/>
            <a:ext cx="1554480" cy="1371600"/>
          </a:xfrm>
          <a:prstGeom prst="rect">
            <a:avLst/>
          </a:prstGeom>
          <a:solidFill>
            <a:srgbClr val="1B2A4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77256" y="10515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fork() called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77256" y="14813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A5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process created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5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allocproc()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004304" y="1691640"/>
            <a:ext cx="146304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50608" y="1005840"/>
            <a:ext cx="1554480" cy="1371600"/>
          </a:xfrm>
          <a:prstGeom prst="rect">
            <a:avLst/>
          </a:prstGeom>
          <a:solidFill>
            <a:srgbClr val="1B2A4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96328" y="10515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gets priority 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96328" y="14813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A5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 starts with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A5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default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2651760"/>
            <a:ext cx="8595360" cy="2148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249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Inside allocproc() in proc.c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017520"/>
            <a:ext cx="8229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p-&gt;context-&gt;eip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(uint)</a:t>
            </a:r>
            <a:r>
              <a:rPr lang="en-US" sz="13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forkret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p-&gt;priority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</a:t>
            </a: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every new process starts at priority 5</a:t>
            </a:r>
            <a:endParaRPr lang="en-US" sz="13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p;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13232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Pseudo-code: setpriority(pid, new_priority)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4023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91440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1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setpriority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(pid, new_priority):</a:t>
            </a:r>
            <a:endParaRPr lang="en-US" sz="1150" dirty="0"/>
          </a:p>
          <a:p>
            <a:pPr marL="0" indent="0">
              <a:buNone/>
            </a:pPr>
            <a:r>
              <a:rPr lang="en-US" sz="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new_priority &lt; 0  OR  new_priority &gt; 10: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r>
              <a:rPr lang="en-US" sz="115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-1   </a:t>
            </a: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invalid range</a:t>
            </a:r>
            <a:endParaRPr lang="en-US" sz="1150" dirty="0"/>
          </a:p>
          <a:p>
            <a:pPr marL="0" indent="0">
              <a:buNone/>
            </a:pPr>
            <a:r>
              <a:rPr lang="en-US" sz="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pid &lt;= 0: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r>
              <a:rPr lang="en-US" sz="115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-1   </a:t>
            </a: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invalid pid</a:t>
            </a:r>
            <a:endParaRPr lang="en-US" sz="1150" dirty="0"/>
          </a:p>
          <a:p>
            <a:pPr marL="0" indent="0">
              <a:buNone/>
            </a:pPr>
            <a:r>
              <a:rPr lang="en-US" sz="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lock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(ptable)   </a:t>
            </a: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protect the process table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each process p in ptable: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p.pid == pid: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old_priority = p.priority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p.priority  = new_priority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unlock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(ptable)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r>
              <a:rPr lang="en-US" sz="11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old_priority   </a:t>
            </a: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success</a:t>
            </a:r>
            <a:endParaRPr lang="en-US" sz="1150" dirty="0"/>
          </a:p>
          <a:p>
            <a:pPr marL="0" indent="0">
              <a:buNone/>
            </a:pPr>
            <a:r>
              <a:rPr lang="en-US" sz="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unlock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(ptable)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115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-1   </a:t>
            </a: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pid not found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13232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Pseudo-code: printptable()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4023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91440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printptable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():</a:t>
            </a:r>
            <a:endParaRPr lang="en-US" sz="1200" dirty="0"/>
          </a:p>
          <a:p>
            <a:pPr marL="0" indent="0">
              <a:buNone/>
            </a:pPr>
            <a:r>
              <a:rPr lang="en-US" sz="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</a:t>
            </a: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"name  pid  state  priority"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</a:t>
            </a:r>
            <a:r>
              <a:rPr lang="en-US" sz="12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"-------------------------------"</a:t>
            </a:r>
            <a:endParaRPr lang="en-US" sz="1200" dirty="0"/>
          </a:p>
          <a:p>
            <a:pPr marL="0" indent="0">
              <a:buNone/>
            </a:pPr>
            <a:r>
              <a:rPr lang="en-US" sz="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lock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(ptable)</a:t>
            </a:r>
            <a:endParaRPr lang="en-US" sz="1200" dirty="0"/>
          </a:p>
          <a:p>
            <a:pPr marL="0" indent="0">
              <a:buNone/>
            </a:pPr>
            <a:r>
              <a:rPr lang="en-US" sz="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each process p in ptable: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p.state == UNUSED: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continue   </a:t>
            </a: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skip empty slots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(p.name, p.pid, p.state, p.priority)</a:t>
            </a:r>
            <a:endParaRPr lang="en-US" sz="1200" dirty="0"/>
          </a:p>
          <a:p>
            <a:pPr marL="0" indent="0">
              <a:buNone/>
            </a:pPr>
            <a:r>
              <a:rPr lang="en-US" sz="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unlock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(ptable)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13232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Tested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4114800" cy="397764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68680"/>
            <a:ext cx="411480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869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test_setpriority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8404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our own priority to 3  →  PASSED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to 7 (verify old value returned)  →  PASSED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99 (out of range)  →  Rejected ✓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-5 (negative)  →  Rejected ✓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9999 (doesn't exist)  →  Rejected ✓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child, set child priority  →  PASSED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114800" cy="397764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68680"/>
            <a:ext cx="41148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8869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test_printptable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325880"/>
            <a:ext cx="38404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3 child processes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children to priorities 1, 5, 9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printptable()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output: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 entries: parent + 3 children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Different pids, same name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Priorities shown as 5, 1, 5, 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713232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Output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printptable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023360" cy="246888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3444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pid  state     priority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         1  SLEEPING         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           2  SLEEPING         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printptable  3  RUNNING          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test_setpriority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143000"/>
            <a:ext cx="4023360" cy="246888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23444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1: priority 5 → 3  PASSED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2: priority 3 → 7  PASSED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3: pr=99 rejected  PASSED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4: pr=-5 rejected  PASSED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5: pid=9999 miss   PASSED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6: child pr → 1   PASSED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 All tests done ===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840480"/>
            <a:ext cx="859536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886200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tests pass. The process table correctly shows all active processes with their priorities. UNUSED slots are skipped.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2A2DD04-623A-45D4-8398-12256E6CE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26" y="795745"/>
            <a:ext cx="3985622" cy="355201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3702669-9730-485A-A814-A3C3CE0B0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2054" y="849931"/>
            <a:ext cx="4869520" cy="186833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D79841-38C5-4C10-B614-509B7505B3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2053" y="2813406"/>
            <a:ext cx="4869520" cy="1480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37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19697" y="202311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496</Words>
  <Application>Microsoft Office PowerPoint</Application>
  <PresentationFormat>On-screen Show (16:9)</PresentationFormat>
  <Paragraphs>182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xv6 OS Lab – Part 1</dc:title>
  <dc:subject>PptxGenJS Presentation</dc:subject>
  <dc:creator>PptxGenJS</dc:creator>
  <cp:lastModifiedBy>AUC</cp:lastModifiedBy>
  <cp:revision>5</cp:revision>
  <dcterms:created xsi:type="dcterms:W3CDTF">2026-04-26T17:33:09Z</dcterms:created>
  <dcterms:modified xsi:type="dcterms:W3CDTF">2026-04-27T16:11:13Z</dcterms:modified>
</cp:coreProperties>
</file>